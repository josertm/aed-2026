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F57CFB-0488-49B4-AEDD-225F155C127E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DEBF2D-414F-428C-BF75-037F998D800C}">
      <dgm:prSet/>
      <dgm:spPr/>
      <dgm:t>
        <a:bodyPr/>
        <a:lstStyle/>
        <a:p>
          <a:r>
            <a:rPr lang="es-MX" dirty="0"/>
            <a:t>Fundamental para cualquier proyecto de Data Science</a:t>
          </a:r>
          <a:endParaRPr lang="en-US" dirty="0"/>
        </a:p>
      </dgm:t>
    </dgm:pt>
    <dgm:pt modelId="{F037EA34-24D9-4741-B6A3-B30771D843BE}" type="parTrans" cxnId="{73049933-0A44-4BDA-AC6D-6DD9E04EEEAD}">
      <dgm:prSet/>
      <dgm:spPr/>
      <dgm:t>
        <a:bodyPr/>
        <a:lstStyle/>
        <a:p>
          <a:endParaRPr lang="en-US"/>
        </a:p>
      </dgm:t>
    </dgm:pt>
    <dgm:pt modelId="{62131F5D-CFC3-40A3-BB96-656CC87A5503}" type="sibTrans" cxnId="{73049933-0A44-4BDA-AC6D-6DD9E04EEEAD}">
      <dgm:prSet/>
      <dgm:spPr/>
      <dgm:t>
        <a:bodyPr/>
        <a:lstStyle/>
        <a:p>
          <a:endParaRPr lang="en-US"/>
        </a:p>
      </dgm:t>
    </dgm:pt>
    <dgm:pt modelId="{70B8AD76-8CA3-4157-B975-5342D6BFE861}">
      <dgm:prSet/>
      <dgm:spPr/>
      <dgm:t>
        <a:bodyPr/>
        <a:lstStyle/>
        <a:p>
          <a:r>
            <a:rPr lang="es-MX" dirty="0"/>
            <a:t>Nos permite identificar estructura de los datos, aspectos distribucionales, valores atípicos</a:t>
          </a:r>
          <a:endParaRPr lang="en-US" dirty="0"/>
        </a:p>
      </dgm:t>
    </dgm:pt>
    <dgm:pt modelId="{E6E6725B-FBF1-4AEA-9D07-558E8F1CABAE}" type="parTrans" cxnId="{36770247-CC65-4712-910B-E0F070903F77}">
      <dgm:prSet/>
      <dgm:spPr/>
      <dgm:t>
        <a:bodyPr/>
        <a:lstStyle/>
        <a:p>
          <a:endParaRPr lang="en-US"/>
        </a:p>
      </dgm:t>
    </dgm:pt>
    <dgm:pt modelId="{ADCDB461-B678-4F98-B030-CE706427CB86}" type="sibTrans" cxnId="{36770247-CC65-4712-910B-E0F070903F77}">
      <dgm:prSet/>
      <dgm:spPr/>
      <dgm:t>
        <a:bodyPr/>
        <a:lstStyle/>
        <a:p>
          <a:endParaRPr lang="en-US"/>
        </a:p>
      </dgm:t>
    </dgm:pt>
    <dgm:pt modelId="{634C1688-8C3C-4677-B317-ED798E8176FE}">
      <dgm:prSet/>
      <dgm:spPr/>
      <dgm:t>
        <a:bodyPr/>
        <a:lstStyle/>
        <a:p>
          <a:r>
            <a:rPr lang="es-MX" dirty="0"/>
            <a:t>Es necesario para la limpieza y la estandarización de datos</a:t>
          </a:r>
          <a:endParaRPr lang="en-US" dirty="0"/>
        </a:p>
      </dgm:t>
    </dgm:pt>
    <dgm:pt modelId="{2C6FCEFC-11D1-4DBC-A633-E5E5E7762F00}" type="parTrans" cxnId="{51471D52-AF48-4077-A208-7347AB69022D}">
      <dgm:prSet/>
      <dgm:spPr/>
      <dgm:t>
        <a:bodyPr/>
        <a:lstStyle/>
        <a:p>
          <a:endParaRPr lang="en-US"/>
        </a:p>
      </dgm:t>
    </dgm:pt>
    <dgm:pt modelId="{4499C228-BE4E-48AA-8B50-B9DADA107869}" type="sibTrans" cxnId="{51471D52-AF48-4077-A208-7347AB69022D}">
      <dgm:prSet/>
      <dgm:spPr/>
      <dgm:t>
        <a:bodyPr/>
        <a:lstStyle/>
        <a:p>
          <a:endParaRPr lang="en-US"/>
        </a:p>
      </dgm:t>
    </dgm:pt>
    <dgm:pt modelId="{AD259623-CF51-4014-A177-B8E11C9DEAAA}">
      <dgm:prSet/>
      <dgm:spPr/>
      <dgm:t>
        <a:bodyPr/>
        <a:lstStyle/>
        <a:p>
          <a:r>
            <a:rPr lang="es-CL" dirty="0"/>
            <a:t>Los datos cuentan historias, nuestra misión es revelarla</a:t>
          </a:r>
          <a:endParaRPr lang="en-US" dirty="0"/>
        </a:p>
      </dgm:t>
    </dgm:pt>
    <dgm:pt modelId="{4D030D93-0135-4695-A806-A349A90CBCA8}" type="parTrans" cxnId="{358507AC-919F-4B87-A595-554D363542B3}">
      <dgm:prSet/>
      <dgm:spPr/>
      <dgm:t>
        <a:bodyPr/>
        <a:lstStyle/>
        <a:p>
          <a:endParaRPr lang="en-US"/>
        </a:p>
      </dgm:t>
    </dgm:pt>
    <dgm:pt modelId="{75EA7728-A236-4DC4-ABA3-3C95F3F8776D}" type="sibTrans" cxnId="{358507AC-919F-4B87-A595-554D363542B3}">
      <dgm:prSet/>
      <dgm:spPr/>
      <dgm:t>
        <a:bodyPr/>
        <a:lstStyle/>
        <a:p>
          <a:endParaRPr lang="en-US"/>
        </a:p>
      </dgm:t>
    </dgm:pt>
    <dgm:pt modelId="{813F39A3-9316-41DC-824B-DF6398C210BA}" type="pres">
      <dgm:prSet presAssocID="{5DF57CFB-0488-49B4-AEDD-225F155C127E}" presName="root" presStyleCnt="0">
        <dgm:presLayoutVars>
          <dgm:dir/>
          <dgm:resizeHandles val="exact"/>
        </dgm:presLayoutVars>
      </dgm:prSet>
      <dgm:spPr/>
    </dgm:pt>
    <dgm:pt modelId="{C21355BE-E564-475E-A7A3-A4EE8BF4A4BB}" type="pres">
      <dgm:prSet presAssocID="{66DEBF2D-414F-428C-BF75-037F998D800C}" presName="compNode" presStyleCnt="0"/>
      <dgm:spPr/>
    </dgm:pt>
    <dgm:pt modelId="{2CE2A8E1-F631-4FC4-9A13-285D08303AC3}" type="pres">
      <dgm:prSet presAssocID="{66DEBF2D-414F-428C-BF75-037F998D800C}" presName="bgRect" presStyleLbl="bgShp" presStyleIdx="0" presStyleCnt="4"/>
      <dgm:spPr/>
    </dgm:pt>
    <dgm:pt modelId="{A671943E-9002-4B10-88AB-BFB1CE6DD5D2}" type="pres">
      <dgm:prSet presAssocID="{66DEBF2D-414F-428C-BF75-037F998D80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1D2A400-ADA7-4FAC-959B-0B5DAC187213}" type="pres">
      <dgm:prSet presAssocID="{66DEBF2D-414F-428C-BF75-037F998D800C}" presName="spaceRect" presStyleCnt="0"/>
      <dgm:spPr/>
    </dgm:pt>
    <dgm:pt modelId="{DC73CF57-A121-48E6-9788-7B01A88521B2}" type="pres">
      <dgm:prSet presAssocID="{66DEBF2D-414F-428C-BF75-037F998D800C}" presName="parTx" presStyleLbl="revTx" presStyleIdx="0" presStyleCnt="4">
        <dgm:presLayoutVars>
          <dgm:chMax val="0"/>
          <dgm:chPref val="0"/>
        </dgm:presLayoutVars>
      </dgm:prSet>
      <dgm:spPr/>
    </dgm:pt>
    <dgm:pt modelId="{8582BF3C-CDC9-4942-9E28-76AC8896142E}" type="pres">
      <dgm:prSet presAssocID="{62131F5D-CFC3-40A3-BB96-656CC87A5503}" presName="sibTrans" presStyleCnt="0"/>
      <dgm:spPr/>
    </dgm:pt>
    <dgm:pt modelId="{F852CF78-AB24-4A0E-93B0-FB6BFAC59FA7}" type="pres">
      <dgm:prSet presAssocID="{70B8AD76-8CA3-4157-B975-5342D6BFE861}" presName="compNode" presStyleCnt="0"/>
      <dgm:spPr/>
    </dgm:pt>
    <dgm:pt modelId="{EA74E9A0-9DBF-4795-BE19-B14054C7C96C}" type="pres">
      <dgm:prSet presAssocID="{70B8AD76-8CA3-4157-B975-5342D6BFE861}" presName="bgRect" presStyleLbl="bgShp" presStyleIdx="1" presStyleCnt="4"/>
      <dgm:spPr/>
    </dgm:pt>
    <dgm:pt modelId="{FE43AC3C-F8A9-4B3C-B8BA-5AE815149055}" type="pres">
      <dgm:prSet presAssocID="{70B8AD76-8CA3-4157-B975-5342D6BFE86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D216D97E-849F-4828-8782-2E5F7C03D440}" type="pres">
      <dgm:prSet presAssocID="{70B8AD76-8CA3-4157-B975-5342D6BFE861}" presName="spaceRect" presStyleCnt="0"/>
      <dgm:spPr/>
    </dgm:pt>
    <dgm:pt modelId="{8D25975E-0E8D-42E7-AF96-1DDA84ECBF0D}" type="pres">
      <dgm:prSet presAssocID="{70B8AD76-8CA3-4157-B975-5342D6BFE861}" presName="parTx" presStyleLbl="revTx" presStyleIdx="1" presStyleCnt="4">
        <dgm:presLayoutVars>
          <dgm:chMax val="0"/>
          <dgm:chPref val="0"/>
        </dgm:presLayoutVars>
      </dgm:prSet>
      <dgm:spPr/>
    </dgm:pt>
    <dgm:pt modelId="{B161FED0-1D5E-4688-84D4-4F4CFEF42F96}" type="pres">
      <dgm:prSet presAssocID="{ADCDB461-B678-4F98-B030-CE706427CB86}" presName="sibTrans" presStyleCnt="0"/>
      <dgm:spPr/>
    </dgm:pt>
    <dgm:pt modelId="{75F38F11-AFFD-4965-A848-A33AF42B2C6A}" type="pres">
      <dgm:prSet presAssocID="{634C1688-8C3C-4677-B317-ED798E8176FE}" presName="compNode" presStyleCnt="0"/>
      <dgm:spPr/>
    </dgm:pt>
    <dgm:pt modelId="{87434E08-62C2-45EB-85C6-A4022CC7AAF9}" type="pres">
      <dgm:prSet presAssocID="{634C1688-8C3C-4677-B317-ED798E8176FE}" presName="bgRect" presStyleLbl="bgShp" presStyleIdx="2" presStyleCnt="4"/>
      <dgm:spPr/>
    </dgm:pt>
    <dgm:pt modelId="{4057A301-DB17-4EC4-9BD0-E7112AA99CF3}" type="pres">
      <dgm:prSet presAssocID="{634C1688-8C3C-4677-B317-ED798E8176F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904BCD9-7157-4556-BB4E-DCD3668D5362}" type="pres">
      <dgm:prSet presAssocID="{634C1688-8C3C-4677-B317-ED798E8176FE}" presName="spaceRect" presStyleCnt="0"/>
      <dgm:spPr/>
    </dgm:pt>
    <dgm:pt modelId="{710EF028-593F-4DC1-B955-DD9EAFA48C9A}" type="pres">
      <dgm:prSet presAssocID="{634C1688-8C3C-4677-B317-ED798E8176FE}" presName="parTx" presStyleLbl="revTx" presStyleIdx="2" presStyleCnt="4">
        <dgm:presLayoutVars>
          <dgm:chMax val="0"/>
          <dgm:chPref val="0"/>
        </dgm:presLayoutVars>
      </dgm:prSet>
      <dgm:spPr/>
    </dgm:pt>
    <dgm:pt modelId="{24600D9D-463A-4171-860C-47D369140481}" type="pres">
      <dgm:prSet presAssocID="{4499C228-BE4E-48AA-8B50-B9DADA107869}" presName="sibTrans" presStyleCnt="0"/>
      <dgm:spPr/>
    </dgm:pt>
    <dgm:pt modelId="{3E35882C-4F19-404B-A727-C4E4EF9B3D12}" type="pres">
      <dgm:prSet presAssocID="{AD259623-CF51-4014-A177-B8E11C9DEAAA}" presName="compNode" presStyleCnt="0"/>
      <dgm:spPr/>
    </dgm:pt>
    <dgm:pt modelId="{3C6A3250-D29D-495F-AC3B-0970E7A2E47E}" type="pres">
      <dgm:prSet presAssocID="{AD259623-CF51-4014-A177-B8E11C9DEAAA}" presName="bgRect" presStyleLbl="bgShp" presStyleIdx="3" presStyleCnt="4"/>
      <dgm:spPr/>
    </dgm:pt>
    <dgm:pt modelId="{1CD9489B-B9D9-47FD-8968-A3642B7B1E56}" type="pres">
      <dgm:prSet presAssocID="{AD259623-CF51-4014-A177-B8E11C9DEA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6107871A-3A70-4618-B4BC-9586F07FA285}" type="pres">
      <dgm:prSet presAssocID="{AD259623-CF51-4014-A177-B8E11C9DEAAA}" presName="spaceRect" presStyleCnt="0"/>
      <dgm:spPr/>
    </dgm:pt>
    <dgm:pt modelId="{44934994-1824-48DD-A3CD-3DC3AE9ACC4E}" type="pres">
      <dgm:prSet presAssocID="{AD259623-CF51-4014-A177-B8E11C9DEAA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049933-0A44-4BDA-AC6D-6DD9E04EEEAD}" srcId="{5DF57CFB-0488-49B4-AEDD-225F155C127E}" destId="{66DEBF2D-414F-428C-BF75-037F998D800C}" srcOrd="0" destOrd="0" parTransId="{F037EA34-24D9-4741-B6A3-B30771D843BE}" sibTransId="{62131F5D-CFC3-40A3-BB96-656CC87A5503}"/>
    <dgm:cxn modelId="{4639F739-B538-46DB-B435-ACC5C63DFB96}" type="presOf" srcId="{70B8AD76-8CA3-4157-B975-5342D6BFE861}" destId="{8D25975E-0E8D-42E7-AF96-1DDA84ECBF0D}" srcOrd="0" destOrd="0" presId="urn:microsoft.com/office/officeart/2018/2/layout/IconVerticalSolidList"/>
    <dgm:cxn modelId="{36770247-CC65-4712-910B-E0F070903F77}" srcId="{5DF57CFB-0488-49B4-AEDD-225F155C127E}" destId="{70B8AD76-8CA3-4157-B975-5342D6BFE861}" srcOrd="1" destOrd="0" parTransId="{E6E6725B-FBF1-4AEA-9D07-558E8F1CABAE}" sibTransId="{ADCDB461-B678-4F98-B030-CE706427CB86}"/>
    <dgm:cxn modelId="{53EB826B-00B6-435B-B52E-760F3DE3038F}" type="presOf" srcId="{AD259623-CF51-4014-A177-B8E11C9DEAAA}" destId="{44934994-1824-48DD-A3CD-3DC3AE9ACC4E}" srcOrd="0" destOrd="0" presId="urn:microsoft.com/office/officeart/2018/2/layout/IconVerticalSolidList"/>
    <dgm:cxn modelId="{0FA8B46D-61E5-4FEA-A614-806896163368}" type="presOf" srcId="{634C1688-8C3C-4677-B317-ED798E8176FE}" destId="{710EF028-593F-4DC1-B955-DD9EAFA48C9A}" srcOrd="0" destOrd="0" presId="urn:microsoft.com/office/officeart/2018/2/layout/IconVerticalSolidList"/>
    <dgm:cxn modelId="{51471D52-AF48-4077-A208-7347AB69022D}" srcId="{5DF57CFB-0488-49B4-AEDD-225F155C127E}" destId="{634C1688-8C3C-4677-B317-ED798E8176FE}" srcOrd="2" destOrd="0" parTransId="{2C6FCEFC-11D1-4DBC-A633-E5E5E7762F00}" sibTransId="{4499C228-BE4E-48AA-8B50-B9DADA107869}"/>
    <dgm:cxn modelId="{4D780D75-B399-492C-A8F8-E1CC1CF61ED7}" type="presOf" srcId="{66DEBF2D-414F-428C-BF75-037F998D800C}" destId="{DC73CF57-A121-48E6-9788-7B01A88521B2}" srcOrd="0" destOrd="0" presId="urn:microsoft.com/office/officeart/2018/2/layout/IconVerticalSolidList"/>
    <dgm:cxn modelId="{358507AC-919F-4B87-A595-554D363542B3}" srcId="{5DF57CFB-0488-49B4-AEDD-225F155C127E}" destId="{AD259623-CF51-4014-A177-B8E11C9DEAAA}" srcOrd="3" destOrd="0" parTransId="{4D030D93-0135-4695-A806-A349A90CBCA8}" sibTransId="{75EA7728-A236-4DC4-ABA3-3C95F3F8776D}"/>
    <dgm:cxn modelId="{3EB506FE-C992-449D-BB48-160623F2C01B}" type="presOf" srcId="{5DF57CFB-0488-49B4-AEDD-225F155C127E}" destId="{813F39A3-9316-41DC-824B-DF6398C210BA}" srcOrd="0" destOrd="0" presId="urn:microsoft.com/office/officeart/2018/2/layout/IconVerticalSolidList"/>
    <dgm:cxn modelId="{0E7226CE-7273-432E-8FE3-DA2E644BF895}" type="presParOf" srcId="{813F39A3-9316-41DC-824B-DF6398C210BA}" destId="{C21355BE-E564-475E-A7A3-A4EE8BF4A4BB}" srcOrd="0" destOrd="0" presId="urn:microsoft.com/office/officeart/2018/2/layout/IconVerticalSolidList"/>
    <dgm:cxn modelId="{D2AFED35-E63F-41DF-B02A-7C670DEDEF01}" type="presParOf" srcId="{C21355BE-E564-475E-A7A3-A4EE8BF4A4BB}" destId="{2CE2A8E1-F631-4FC4-9A13-285D08303AC3}" srcOrd="0" destOrd="0" presId="urn:microsoft.com/office/officeart/2018/2/layout/IconVerticalSolidList"/>
    <dgm:cxn modelId="{6F1ACF06-5540-4AD8-AF42-9B98BF071ABD}" type="presParOf" srcId="{C21355BE-E564-475E-A7A3-A4EE8BF4A4BB}" destId="{A671943E-9002-4B10-88AB-BFB1CE6DD5D2}" srcOrd="1" destOrd="0" presId="urn:microsoft.com/office/officeart/2018/2/layout/IconVerticalSolidList"/>
    <dgm:cxn modelId="{029CDFA6-C13D-4641-92AF-8AEF4CEA2E0C}" type="presParOf" srcId="{C21355BE-E564-475E-A7A3-A4EE8BF4A4BB}" destId="{61D2A400-ADA7-4FAC-959B-0B5DAC187213}" srcOrd="2" destOrd="0" presId="urn:microsoft.com/office/officeart/2018/2/layout/IconVerticalSolidList"/>
    <dgm:cxn modelId="{78E9E050-1304-44A6-B64B-BFB8896055E5}" type="presParOf" srcId="{C21355BE-E564-475E-A7A3-A4EE8BF4A4BB}" destId="{DC73CF57-A121-48E6-9788-7B01A88521B2}" srcOrd="3" destOrd="0" presId="urn:microsoft.com/office/officeart/2018/2/layout/IconVerticalSolidList"/>
    <dgm:cxn modelId="{08F47824-4049-4623-AF93-E7DACAC7BD6D}" type="presParOf" srcId="{813F39A3-9316-41DC-824B-DF6398C210BA}" destId="{8582BF3C-CDC9-4942-9E28-76AC8896142E}" srcOrd="1" destOrd="0" presId="urn:microsoft.com/office/officeart/2018/2/layout/IconVerticalSolidList"/>
    <dgm:cxn modelId="{3EBD2C73-C5C0-4FF9-BE9A-DE87582CA969}" type="presParOf" srcId="{813F39A3-9316-41DC-824B-DF6398C210BA}" destId="{F852CF78-AB24-4A0E-93B0-FB6BFAC59FA7}" srcOrd="2" destOrd="0" presId="urn:microsoft.com/office/officeart/2018/2/layout/IconVerticalSolidList"/>
    <dgm:cxn modelId="{1F480C57-8D50-45FF-AC80-5515D6EAC31C}" type="presParOf" srcId="{F852CF78-AB24-4A0E-93B0-FB6BFAC59FA7}" destId="{EA74E9A0-9DBF-4795-BE19-B14054C7C96C}" srcOrd="0" destOrd="0" presId="urn:microsoft.com/office/officeart/2018/2/layout/IconVerticalSolidList"/>
    <dgm:cxn modelId="{C4E138FB-FA3F-4DA5-AA54-6180DF35C942}" type="presParOf" srcId="{F852CF78-AB24-4A0E-93B0-FB6BFAC59FA7}" destId="{FE43AC3C-F8A9-4B3C-B8BA-5AE815149055}" srcOrd="1" destOrd="0" presId="urn:microsoft.com/office/officeart/2018/2/layout/IconVerticalSolidList"/>
    <dgm:cxn modelId="{D61BDF81-C781-4B46-90FD-004E3BF12283}" type="presParOf" srcId="{F852CF78-AB24-4A0E-93B0-FB6BFAC59FA7}" destId="{D216D97E-849F-4828-8782-2E5F7C03D440}" srcOrd="2" destOrd="0" presId="urn:microsoft.com/office/officeart/2018/2/layout/IconVerticalSolidList"/>
    <dgm:cxn modelId="{EF322C8D-AC7B-40DB-8E6A-781D01FA1802}" type="presParOf" srcId="{F852CF78-AB24-4A0E-93B0-FB6BFAC59FA7}" destId="{8D25975E-0E8D-42E7-AF96-1DDA84ECBF0D}" srcOrd="3" destOrd="0" presId="urn:microsoft.com/office/officeart/2018/2/layout/IconVerticalSolidList"/>
    <dgm:cxn modelId="{68D2AF7D-A39E-4A06-ADA7-38C02BE5387B}" type="presParOf" srcId="{813F39A3-9316-41DC-824B-DF6398C210BA}" destId="{B161FED0-1D5E-4688-84D4-4F4CFEF42F96}" srcOrd="3" destOrd="0" presId="urn:microsoft.com/office/officeart/2018/2/layout/IconVerticalSolidList"/>
    <dgm:cxn modelId="{8969922F-AD18-4A8C-A13F-2F49167670E1}" type="presParOf" srcId="{813F39A3-9316-41DC-824B-DF6398C210BA}" destId="{75F38F11-AFFD-4965-A848-A33AF42B2C6A}" srcOrd="4" destOrd="0" presId="urn:microsoft.com/office/officeart/2018/2/layout/IconVerticalSolidList"/>
    <dgm:cxn modelId="{5F19CC11-79A1-4275-9C57-D13682D19A89}" type="presParOf" srcId="{75F38F11-AFFD-4965-A848-A33AF42B2C6A}" destId="{87434E08-62C2-45EB-85C6-A4022CC7AAF9}" srcOrd="0" destOrd="0" presId="urn:microsoft.com/office/officeart/2018/2/layout/IconVerticalSolidList"/>
    <dgm:cxn modelId="{15847A96-44EC-4806-8E36-D5975F606AAF}" type="presParOf" srcId="{75F38F11-AFFD-4965-A848-A33AF42B2C6A}" destId="{4057A301-DB17-4EC4-9BD0-E7112AA99CF3}" srcOrd="1" destOrd="0" presId="urn:microsoft.com/office/officeart/2018/2/layout/IconVerticalSolidList"/>
    <dgm:cxn modelId="{897CC80A-3297-4B28-A475-DD83F4F0B512}" type="presParOf" srcId="{75F38F11-AFFD-4965-A848-A33AF42B2C6A}" destId="{7904BCD9-7157-4556-BB4E-DCD3668D5362}" srcOrd="2" destOrd="0" presId="urn:microsoft.com/office/officeart/2018/2/layout/IconVerticalSolidList"/>
    <dgm:cxn modelId="{247C84DD-96B5-4BA2-B07B-C903679C9664}" type="presParOf" srcId="{75F38F11-AFFD-4965-A848-A33AF42B2C6A}" destId="{710EF028-593F-4DC1-B955-DD9EAFA48C9A}" srcOrd="3" destOrd="0" presId="urn:microsoft.com/office/officeart/2018/2/layout/IconVerticalSolidList"/>
    <dgm:cxn modelId="{F471008E-97A6-4CAC-900F-B05398E8CB47}" type="presParOf" srcId="{813F39A3-9316-41DC-824B-DF6398C210BA}" destId="{24600D9D-463A-4171-860C-47D369140481}" srcOrd="5" destOrd="0" presId="urn:microsoft.com/office/officeart/2018/2/layout/IconVerticalSolidList"/>
    <dgm:cxn modelId="{DC84D9C0-2463-4828-A6DB-AD5D6E98E692}" type="presParOf" srcId="{813F39A3-9316-41DC-824B-DF6398C210BA}" destId="{3E35882C-4F19-404B-A727-C4E4EF9B3D12}" srcOrd="6" destOrd="0" presId="urn:microsoft.com/office/officeart/2018/2/layout/IconVerticalSolidList"/>
    <dgm:cxn modelId="{D0D294C1-E786-4854-BD23-2FACED8E7F26}" type="presParOf" srcId="{3E35882C-4F19-404B-A727-C4E4EF9B3D12}" destId="{3C6A3250-D29D-495F-AC3B-0970E7A2E47E}" srcOrd="0" destOrd="0" presId="urn:microsoft.com/office/officeart/2018/2/layout/IconVerticalSolidList"/>
    <dgm:cxn modelId="{7AEE7D60-FB3C-419B-B778-388953D3D88E}" type="presParOf" srcId="{3E35882C-4F19-404B-A727-C4E4EF9B3D12}" destId="{1CD9489B-B9D9-47FD-8968-A3642B7B1E56}" srcOrd="1" destOrd="0" presId="urn:microsoft.com/office/officeart/2018/2/layout/IconVerticalSolidList"/>
    <dgm:cxn modelId="{690DB06A-F392-473B-9E38-E80F3F332C79}" type="presParOf" srcId="{3E35882C-4F19-404B-A727-C4E4EF9B3D12}" destId="{6107871A-3A70-4618-B4BC-9586F07FA285}" srcOrd="2" destOrd="0" presId="urn:microsoft.com/office/officeart/2018/2/layout/IconVerticalSolidList"/>
    <dgm:cxn modelId="{32D3D2E3-6B98-4CC6-902E-C0A2A81D88BB}" type="presParOf" srcId="{3E35882C-4F19-404B-A727-C4E4EF9B3D12}" destId="{44934994-1824-48DD-A3CD-3DC3AE9ACC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DFFFED-D14B-4FD9-B9EE-3050326E6BAD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D4FA25C-4B6D-4E38-8956-6A981883FF1E}">
      <dgm:prSet/>
      <dgm:spPr/>
      <dgm:t>
        <a:bodyPr/>
        <a:lstStyle/>
        <a:p>
          <a:pPr>
            <a:defRPr cap="all"/>
          </a:pPr>
          <a:r>
            <a:rPr lang="es-MX"/>
            <a:t>Facilita decisiones de modelado más informadas</a:t>
          </a:r>
          <a:endParaRPr lang="en-US"/>
        </a:p>
      </dgm:t>
    </dgm:pt>
    <dgm:pt modelId="{B0538F6C-BADA-4A86-B659-EDCC8EC759C2}" type="parTrans" cxnId="{D771875B-5526-4473-B1F0-48A4175AC0CB}">
      <dgm:prSet/>
      <dgm:spPr/>
      <dgm:t>
        <a:bodyPr/>
        <a:lstStyle/>
        <a:p>
          <a:endParaRPr lang="en-US"/>
        </a:p>
      </dgm:t>
    </dgm:pt>
    <dgm:pt modelId="{0DA232E4-C0F5-4138-B3D9-0044109FFA54}" type="sibTrans" cxnId="{D771875B-5526-4473-B1F0-48A4175AC0CB}">
      <dgm:prSet/>
      <dgm:spPr/>
      <dgm:t>
        <a:bodyPr/>
        <a:lstStyle/>
        <a:p>
          <a:endParaRPr lang="en-US"/>
        </a:p>
      </dgm:t>
    </dgm:pt>
    <dgm:pt modelId="{52F2B0B4-92E0-49C3-9221-78453112BEE3}">
      <dgm:prSet/>
      <dgm:spPr/>
      <dgm:t>
        <a:bodyPr/>
        <a:lstStyle/>
        <a:p>
          <a:pPr>
            <a:defRPr cap="all"/>
          </a:pPr>
          <a:r>
            <a:rPr lang="es-MX"/>
            <a:t>Mejora la calidad y precisión de los resultados analíticos</a:t>
          </a:r>
          <a:endParaRPr lang="en-US"/>
        </a:p>
      </dgm:t>
    </dgm:pt>
    <dgm:pt modelId="{A3B8B8DD-EC5C-43B6-9290-30C0D81B3C62}" type="parTrans" cxnId="{02F14C2D-B833-40B2-85A7-79688D0A08CC}">
      <dgm:prSet/>
      <dgm:spPr/>
      <dgm:t>
        <a:bodyPr/>
        <a:lstStyle/>
        <a:p>
          <a:endParaRPr lang="en-US"/>
        </a:p>
      </dgm:t>
    </dgm:pt>
    <dgm:pt modelId="{36CFB750-2023-43D0-82B2-6BDBA03D1536}" type="sibTrans" cxnId="{02F14C2D-B833-40B2-85A7-79688D0A08CC}">
      <dgm:prSet/>
      <dgm:spPr/>
      <dgm:t>
        <a:bodyPr/>
        <a:lstStyle/>
        <a:p>
          <a:endParaRPr lang="en-US"/>
        </a:p>
      </dgm:t>
    </dgm:pt>
    <dgm:pt modelId="{4E6B43B5-C8F4-4680-9B80-F2506926077D}">
      <dgm:prSet/>
      <dgm:spPr/>
      <dgm:t>
        <a:bodyPr/>
        <a:lstStyle/>
        <a:p>
          <a:pPr>
            <a:defRPr cap="all"/>
          </a:pPr>
          <a:r>
            <a:rPr lang="es-MX"/>
            <a:t>Reduce costos y tiempo en fases posteriores del análisis</a:t>
          </a:r>
          <a:endParaRPr lang="en-US"/>
        </a:p>
      </dgm:t>
    </dgm:pt>
    <dgm:pt modelId="{F5A188DB-DFB6-45C7-B3F4-59368AE75070}" type="parTrans" cxnId="{C5480337-3849-40E7-A641-9C8067030778}">
      <dgm:prSet/>
      <dgm:spPr/>
      <dgm:t>
        <a:bodyPr/>
        <a:lstStyle/>
        <a:p>
          <a:endParaRPr lang="en-US"/>
        </a:p>
      </dgm:t>
    </dgm:pt>
    <dgm:pt modelId="{8440826B-0E65-4692-8D02-2306FF8B4795}" type="sibTrans" cxnId="{C5480337-3849-40E7-A641-9C8067030778}">
      <dgm:prSet/>
      <dgm:spPr/>
      <dgm:t>
        <a:bodyPr/>
        <a:lstStyle/>
        <a:p>
          <a:endParaRPr lang="en-US"/>
        </a:p>
      </dgm:t>
    </dgm:pt>
    <dgm:pt modelId="{B1BF35DF-8018-4242-B904-1F0535D2A8CA}">
      <dgm:prSet/>
      <dgm:spPr/>
      <dgm:t>
        <a:bodyPr/>
        <a:lstStyle/>
        <a:p>
          <a:pPr>
            <a:defRPr cap="all"/>
          </a:pPr>
          <a:r>
            <a:rPr lang="es-MX"/>
            <a:t>Nos permite detectar “cosas raras”</a:t>
          </a:r>
          <a:endParaRPr lang="en-US"/>
        </a:p>
      </dgm:t>
    </dgm:pt>
    <dgm:pt modelId="{820533D3-C134-4767-95D0-C105DAFAB4A6}" type="parTrans" cxnId="{4D47E5C9-D198-4352-A11F-63EBD21EF399}">
      <dgm:prSet/>
      <dgm:spPr/>
      <dgm:t>
        <a:bodyPr/>
        <a:lstStyle/>
        <a:p>
          <a:endParaRPr lang="en-US"/>
        </a:p>
      </dgm:t>
    </dgm:pt>
    <dgm:pt modelId="{8033B697-E1F2-4EB1-83CC-CEB7B94D11E1}" type="sibTrans" cxnId="{4D47E5C9-D198-4352-A11F-63EBD21EF399}">
      <dgm:prSet/>
      <dgm:spPr/>
      <dgm:t>
        <a:bodyPr/>
        <a:lstStyle/>
        <a:p>
          <a:endParaRPr lang="en-US"/>
        </a:p>
      </dgm:t>
    </dgm:pt>
    <dgm:pt modelId="{03D44218-AFD0-4AF0-910D-902754119B78}" type="pres">
      <dgm:prSet presAssocID="{13DFFFED-D14B-4FD9-B9EE-3050326E6BAD}" presName="root" presStyleCnt="0">
        <dgm:presLayoutVars>
          <dgm:dir/>
          <dgm:resizeHandles val="exact"/>
        </dgm:presLayoutVars>
      </dgm:prSet>
      <dgm:spPr/>
    </dgm:pt>
    <dgm:pt modelId="{71506019-8F2A-4DFB-9A19-D5D99DF91725}" type="pres">
      <dgm:prSet presAssocID="{ED4FA25C-4B6D-4E38-8956-6A981883FF1E}" presName="compNode" presStyleCnt="0"/>
      <dgm:spPr/>
    </dgm:pt>
    <dgm:pt modelId="{3720AEC5-D258-4A44-9D0F-A7841270DBA9}" type="pres">
      <dgm:prSet presAssocID="{ED4FA25C-4B6D-4E38-8956-6A981883FF1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410CA88-1315-4932-96ED-8328F9566B9B}" type="pres">
      <dgm:prSet presAssocID="{ED4FA25C-4B6D-4E38-8956-6A981883FF1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F0FDC62-1981-4DA3-84DC-D45427091118}" type="pres">
      <dgm:prSet presAssocID="{ED4FA25C-4B6D-4E38-8956-6A981883FF1E}" presName="spaceRect" presStyleCnt="0"/>
      <dgm:spPr/>
    </dgm:pt>
    <dgm:pt modelId="{C368A02D-C75D-415A-ACC4-BCA1704051E7}" type="pres">
      <dgm:prSet presAssocID="{ED4FA25C-4B6D-4E38-8956-6A981883FF1E}" presName="textRect" presStyleLbl="revTx" presStyleIdx="0" presStyleCnt="4">
        <dgm:presLayoutVars>
          <dgm:chMax val="1"/>
          <dgm:chPref val="1"/>
        </dgm:presLayoutVars>
      </dgm:prSet>
      <dgm:spPr/>
    </dgm:pt>
    <dgm:pt modelId="{960A2B79-739A-4E66-86C2-A27240D5AE54}" type="pres">
      <dgm:prSet presAssocID="{0DA232E4-C0F5-4138-B3D9-0044109FFA54}" presName="sibTrans" presStyleCnt="0"/>
      <dgm:spPr/>
    </dgm:pt>
    <dgm:pt modelId="{D95BA59D-1AA8-4716-A202-3BFFD0055CD8}" type="pres">
      <dgm:prSet presAssocID="{52F2B0B4-92E0-49C3-9221-78453112BEE3}" presName="compNode" presStyleCnt="0"/>
      <dgm:spPr/>
    </dgm:pt>
    <dgm:pt modelId="{34B42144-4671-4EB7-B009-B60F4B422A6D}" type="pres">
      <dgm:prSet presAssocID="{52F2B0B4-92E0-49C3-9221-78453112BEE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3CE4CD0-863F-4088-A530-1354DA8646DF}" type="pres">
      <dgm:prSet presAssocID="{52F2B0B4-92E0-49C3-9221-78453112BEE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A747D4F6-693E-4934-9119-C6219FA20DC9}" type="pres">
      <dgm:prSet presAssocID="{52F2B0B4-92E0-49C3-9221-78453112BEE3}" presName="spaceRect" presStyleCnt="0"/>
      <dgm:spPr/>
    </dgm:pt>
    <dgm:pt modelId="{6C3781E7-3EAE-410D-B18E-3252FA9E0E51}" type="pres">
      <dgm:prSet presAssocID="{52F2B0B4-92E0-49C3-9221-78453112BEE3}" presName="textRect" presStyleLbl="revTx" presStyleIdx="1" presStyleCnt="4">
        <dgm:presLayoutVars>
          <dgm:chMax val="1"/>
          <dgm:chPref val="1"/>
        </dgm:presLayoutVars>
      </dgm:prSet>
      <dgm:spPr/>
    </dgm:pt>
    <dgm:pt modelId="{884AC72E-30FB-466D-A22A-18C64BA0D02B}" type="pres">
      <dgm:prSet presAssocID="{36CFB750-2023-43D0-82B2-6BDBA03D1536}" presName="sibTrans" presStyleCnt="0"/>
      <dgm:spPr/>
    </dgm:pt>
    <dgm:pt modelId="{9D08650F-745C-401A-B837-21CD7CAED47C}" type="pres">
      <dgm:prSet presAssocID="{4E6B43B5-C8F4-4680-9B80-F2506926077D}" presName="compNode" presStyleCnt="0"/>
      <dgm:spPr/>
    </dgm:pt>
    <dgm:pt modelId="{FE808AE4-C07F-4097-98CD-771997573070}" type="pres">
      <dgm:prSet presAssocID="{4E6B43B5-C8F4-4680-9B80-F2506926077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BD20C0C-657F-4D5A-A5C5-9A139C318A73}" type="pres">
      <dgm:prSet presAssocID="{4E6B43B5-C8F4-4680-9B80-F2506926077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9C044D7-BAED-4066-A908-509CA5F42260}" type="pres">
      <dgm:prSet presAssocID="{4E6B43B5-C8F4-4680-9B80-F2506926077D}" presName="spaceRect" presStyleCnt="0"/>
      <dgm:spPr/>
    </dgm:pt>
    <dgm:pt modelId="{D7C6ED97-2282-41BB-B816-D45174542BA6}" type="pres">
      <dgm:prSet presAssocID="{4E6B43B5-C8F4-4680-9B80-F2506926077D}" presName="textRect" presStyleLbl="revTx" presStyleIdx="2" presStyleCnt="4">
        <dgm:presLayoutVars>
          <dgm:chMax val="1"/>
          <dgm:chPref val="1"/>
        </dgm:presLayoutVars>
      </dgm:prSet>
      <dgm:spPr/>
    </dgm:pt>
    <dgm:pt modelId="{0A95E28D-FB5C-4962-9785-E3A2F74D1F70}" type="pres">
      <dgm:prSet presAssocID="{8440826B-0E65-4692-8D02-2306FF8B4795}" presName="sibTrans" presStyleCnt="0"/>
      <dgm:spPr/>
    </dgm:pt>
    <dgm:pt modelId="{CFC1A31D-3810-4B0D-B6D9-EE698632544A}" type="pres">
      <dgm:prSet presAssocID="{B1BF35DF-8018-4242-B904-1F0535D2A8CA}" presName="compNode" presStyleCnt="0"/>
      <dgm:spPr/>
    </dgm:pt>
    <dgm:pt modelId="{E09F7762-A21E-4983-ADD6-B9173D66CA24}" type="pres">
      <dgm:prSet presAssocID="{B1BF35DF-8018-4242-B904-1F0535D2A8C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C9F8959-E94A-489D-B3F1-84D472B54584}" type="pres">
      <dgm:prSet presAssocID="{B1BF35DF-8018-4242-B904-1F0535D2A8C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smáticos"/>
        </a:ext>
      </dgm:extLst>
    </dgm:pt>
    <dgm:pt modelId="{1ED2B201-9290-41D0-8B3F-EE4BC0B1E502}" type="pres">
      <dgm:prSet presAssocID="{B1BF35DF-8018-4242-B904-1F0535D2A8CA}" presName="spaceRect" presStyleCnt="0"/>
      <dgm:spPr/>
    </dgm:pt>
    <dgm:pt modelId="{D445950C-0BF0-41D8-993B-1F7570C190A7}" type="pres">
      <dgm:prSet presAssocID="{B1BF35DF-8018-4242-B904-1F0535D2A8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F7A2C08-DDBF-41FF-BE2E-980AA9980E51}" type="presOf" srcId="{13DFFFED-D14B-4FD9-B9EE-3050326E6BAD}" destId="{03D44218-AFD0-4AF0-910D-902754119B78}" srcOrd="0" destOrd="0" presId="urn:microsoft.com/office/officeart/2018/5/layout/IconLeafLabelList"/>
    <dgm:cxn modelId="{C342340D-358E-4AC3-8FD0-4CF6CE0A5622}" type="presOf" srcId="{ED4FA25C-4B6D-4E38-8956-6A981883FF1E}" destId="{C368A02D-C75D-415A-ACC4-BCA1704051E7}" srcOrd="0" destOrd="0" presId="urn:microsoft.com/office/officeart/2018/5/layout/IconLeafLabelList"/>
    <dgm:cxn modelId="{02F14C2D-B833-40B2-85A7-79688D0A08CC}" srcId="{13DFFFED-D14B-4FD9-B9EE-3050326E6BAD}" destId="{52F2B0B4-92E0-49C3-9221-78453112BEE3}" srcOrd="1" destOrd="0" parTransId="{A3B8B8DD-EC5C-43B6-9290-30C0D81B3C62}" sibTransId="{36CFB750-2023-43D0-82B2-6BDBA03D1536}"/>
    <dgm:cxn modelId="{C5480337-3849-40E7-A641-9C8067030778}" srcId="{13DFFFED-D14B-4FD9-B9EE-3050326E6BAD}" destId="{4E6B43B5-C8F4-4680-9B80-F2506926077D}" srcOrd="2" destOrd="0" parTransId="{F5A188DB-DFB6-45C7-B3F4-59368AE75070}" sibTransId="{8440826B-0E65-4692-8D02-2306FF8B4795}"/>
    <dgm:cxn modelId="{D771875B-5526-4473-B1F0-48A4175AC0CB}" srcId="{13DFFFED-D14B-4FD9-B9EE-3050326E6BAD}" destId="{ED4FA25C-4B6D-4E38-8956-6A981883FF1E}" srcOrd="0" destOrd="0" parTransId="{B0538F6C-BADA-4A86-B659-EDCC8EC759C2}" sibTransId="{0DA232E4-C0F5-4138-B3D9-0044109FFA54}"/>
    <dgm:cxn modelId="{B97765B9-6584-4976-AE74-7CB285AE85F0}" type="presOf" srcId="{4E6B43B5-C8F4-4680-9B80-F2506926077D}" destId="{D7C6ED97-2282-41BB-B816-D45174542BA6}" srcOrd="0" destOrd="0" presId="urn:microsoft.com/office/officeart/2018/5/layout/IconLeafLabelList"/>
    <dgm:cxn modelId="{4D47E5C9-D198-4352-A11F-63EBD21EF399}" srcId="{13DFFFED-D14B-4FD9-B9EE-3050326E6BAD}" destId="{B1BF35DF-8018-4242-B904-1F0535D2A8CA}" srcOrd="3" destOrd="0" parTransId="{820533D3-C134-4767-95D0-C105DAFAB4A6}" sibTransId="{8033B697-E1F2-4EB1-83CC-CEB7B94D11E1}"/>
    <dgm:cxn modelId="{59E3C4CF-66CC-4408-962B-24FE27F5D593}" type="presOf" srcId="{B1BF35DF-8018-4242-B904-1F0535D2A8CA}" destId="{D445950C-0BF0-41D8-993B-1F7570C190A7}" srcOrd="0" destOrd="0" presId="urn:microsoft.com/office/officeart/2018/5/layout/IconLeafLabelList"/>
    <dgm:cxn modelId="{9199BDF5-5DAA-45AA-B3D6-69A6777484F9}" type="presOf" srcId="{52F2B0B4-92E0-49C3-9221-78453112BEE3}" destId="{6C3781E7-3EAE-410D-B18E-3252FA9E0E51}" srcOrd="0" destOrd="0" presId="urn:microsoft.com/office/officeart/2018/5/layout/IconLeafLabelList"/>
    <dgm:cxn modelId="{6A08B2C4-C370-4F00-8682-D6F0D8F7A5F1}" type="presParOf" srcId="{03D44218-AFD0-4AF0-910D-902754119B78}" destId="{71506019-8F2A-4DFB-9A19-D5D99DF91725}" srcOrd="0" destOrd="0" presId="urn:microsoft.com/office/officeart/2018/5/layout/IconLeafLabelList"/>
    <dgm:cxn modelId="{8ECC51E6-799E-45FF-8BA0-810925A1D2ED}" type="presParOf" srcId="{71506019-8F2A-4DFB-9A19-D5D99DF91725}" destId="{3720AEC5-D258-4A44-9D0F-A7841270DBA9}" srcOrd="0" destOrd="0" presId="urn:microsoft.com/office/officeart/2018/5/layout/IconLeafLabelList"/>
    <dgm:cxn modelId="{53A87F8C-0EC5-4E08-8FD5-09D240922101}" type="presParOf" srcId="{71506019-8F2A-4DFB-9A19-D5D99DF91725}" destId="{8410CA88-1315-4932-96ED-8328F9566B9B}" srcOrd="1" destOrd="0" presId="urn:microsoft.com/office/officeart/2018/5/layout/IconLeafLabelList"/>
    <dgm:cxn modelId="{FE57F028-139A-4EDD-893C-6199FFFC0EED}" type="presParOf" srcId="{71506019-8F2A-4DFB-9A19-D5D99DF91725}" destId="{BF0FDC62-1981-4DA3-84DC-D45427091118}" srcOrd="2" destOrd="0" presId="urn:microsoft.com/office/officeart/2018/5/layout/IconLeafLabelList"/>
    <dgm:cxn modelId="{CE790D9F-763D-43C6-BE00-FF3DC2E15113}" type="presParOf" srcId="{71506019-8F2A-4DFB-9A19-D5D99DF91725}" destId="{C368A02D-C75D-415A-ACC4-BCA1704051E7}" srcOrd="3" destOrd="0" presId="urn:microsoft.com/office/officeart/2018/5/layout/IconLeafLabelList"/>
    <dgm:cxn modelId="{BF2677B0-82A0-499D-A1EA-B8A3B19DAC8B}" type="presParOf" srcId="{03D44218-AFD0-4AF0-910D-902754119B78}" destId="{960A2B79-739A-4E66-86C2-A27240D5AE54}" srcOrd="1" destOrd="0" presId="urn:microsoft.com/office/officeart/2018/5/layout/IconLeafLabelList"/>
    <dgm:cxn modelId="{CBA19CEB-B056-4E5C-B63E-67DF16771BD9}" type="presParOf" srcId="{03D44218-AFD0-4AF0-910D-902754119B78}" destId="{D95BA59D-1AA8-4716-A202-3BFFD0055CD8}" srcOrd="2" destOrd="0" presId="urn:microsoft.com/office/officeart/2018/5/layout/IconLeafLabelList"/>
    <dgm:cxn modelId="{45AB7C96-1626-40C2-80F3-6422761FB6C3}" type="presParOf" srcId="{D95BA59D-1AA8-4716-A202-3BFFD0055CD8}" destId="{34B42144-4671-4EB7-B009-B60F4B422A6D}" srcOrd="0" destOrd="0" presId="urn:microsoft.com/office/officeart/2018/5/layout/IconLeafLabelList"/>
    <dgm:cxn modelId="{A1C993A8-51D6-4AF8-94EB-EBC0DB288D97}" type="presParOf" srcId="{D95BA59D-1AA8-4716-A202-3BFFD0055CD8}" destId="{C3CE4CD0-863F-4088-A530-1354DA8646DF}" srcOrd="1" destOrd="0" presId="urn:microsoft.com/office/officeart/2018/5/layout/IconLeafLabelList"/>
    <dgm:cxn modelId="{A9B807C3-C026-49FD-AB3C-159D51B25D2E}" type="presParOf" srcId="{D95BA59D-1AA8-4716-A202-3BFFD0055CD8}" destId="{A747D4F6-693E-4934-9119-C6219FA20DC9}" srcOrd="2" destOrd="0" presId="urn:microsoft.com/office/officeart/2018/5/layout/IconLeafLabelList"/>
    <dgm:cxn modelId="{1F58A8DF-387E-41B4-8690-3BA858D75AB5}" type="presParOf" srcId="{D95BA59D-1AA8-4716-A202-3BFFD0055CD8}" destId="{6C3781E7-3EAE-410D-B18E-3252FA9E0E51}" srcOrd="3" destOrd="0" presId="urn:microsoft.com/office/officeart/2018/5/layout/IconLeafLabelList"/>
    <dgm:cxn modelId="{4B4509FB-BFDE-422C-9442-577AEEB5D65B}" type="presParOf" srcId="{03D44218-AFD0-4AF0-910D-902754119B78}" destId="{884AC72E-30FB-466D-A22A-18C64BA0D02B}" srcOrd="3" destOrd="0" presId="urn:microsoft.com/office/officeart/2018/5/layout/IconLeafLabelList"/>
    <dgm:cxn modelId="{1837520C-451C-4D69-8B92-8FB9A0D74F28}" type="presParOf" srcId="{03D44218-AFD0-4AF0-910D-902754119B78}" destId="{9D08650F-745C-401A-B837-21CD7CAED47C}" srcOrd="4" destOrd="0" presId="urn:microsoft.com/office/officeart/2018/5/layout/IconLeafLabelList"/>
    <dgm:cxn modelId="{29DC425C-9260-4917-88C5-3AA7DAF5910A}" type="presParOf" srcId="{9D08650F-745C-401A-B837-21CD7CAED47C}" destId="{FE808AE4-C07F-4097-98CD-771997573070}" srcOrd="0" destOrd="0" presId="urn:microsoft.com/office/officeart/2018/5/layout/IconLeafLabelList"/>
    <dgm:cxn modelId="{D876A920-A478-4806-8DE2-A3BE6B299225}" type="presParOf" srcId="{9D08650F-745C-401A-B837-21CD7CAED47C}" destId="{8BD20C0C-657F-4D5A-A5C5-9A139C318A73}" srcOrd="1" destOrd="0" presId="urn:microsoft.com/office/officeart/2018/5/layout/IconLeafLabelList"/>
    <dgm:cxn modelId="{9A62A000-EAB5-4E95-B856-9D91AB28E195}" type="presParOf" srcId="{9D08650F-745C-401A-B837-21CD7CAED47C}" destId="{09C044D7-BAED-4066-A908-509CA5F42260}" srcOrd="2" destOrd="0" presId="urn:microsoft.com/office/officeart/2018/5/layout/IconLeafLabelList"/>
    <dgm:cxn modelId="{1B7FAF4F-D15E-40D0-9E9A-E51E6BEF3251}" type="presParOf" srcId="{9D08650F-745C-401A-B837-21CD7CAED47C}" destId="{D7C6ED97-2282-41BB-B816-D45174542BA6}" srcOrd="3" destOrd="0" presId="urn:microsoft.com/office/officeart/2018/5/layout/IconLeafLabelList"/>
    <dgm:cxn modelId="{CF745104-EF72-4E28-B148-4F2ABE9AF701}" type="presParOf" srcId="{03D44218-AFD0-4AF0-910D-902754119B78}" destId="{0A95E28D-FB5C-4962-9785-E3A2F74D1F70}" srcOrd="5" destOrd="0" presId="urn:microsoft.com/office/officeart/2018/5/layout/IconLeafLabelList"/>
    <dgm:cxn modelId="{C9EC70E0-E58F-410A-8F53-F899180F768E}" type="presParOf" srcId="{03D44218-AFD0-4AF0-910D-902754119B78}" destId="{CFC1A31D-3810-4B0D-B6D9-EE698632544A}" srcOrd="6" destOrd="0" presId="urn:microsoft.com/office/officeart/2018/5/layout/IconLeafLabelList"/>
    <dgm:cxn modelId="{ACD33081-F1C9-4AAF-B827-26E9864DA221}" type="presParOf" srcId="{CFC1A31D-3810-4B0D-B6D9-EE698632544A}" destId="{E09F7762-A21E-4983-ADD6-B9173D66CA24}" srcOrd="0" destOrd="0" presId="urn:microsoft.com/office/officeart/2018/5/layout/IconLeafLabelList"/>
    <dgm:cxn modelId="{165BB4A8-9413-44EA-8905-53E3F921ECF5}" type="presParOf" srcId="{CFC1A31D-3810-4B0D-B6D9-EE698632544A}" destId="{9C9F8959-E94A-489D-B3F1-84D472B54584}" srcOrd="1" destOrd="0" presId="urn:microsoft.com/office/officeart/2018/5/layout/IconLeafLabelList"/>
    <dgm:cxn modelId="{C46A9CF2-0DBF-4877-8CC9-D98CB9A1FCB5}" type="presParOf" srcId="{CFC1A31D-3810-4B0D-B6D9-EE698632544A}" destId="{1ED2B201-9290-41D0-8B3F-EE4BC0B1E502}" srcOrd="2" destOrd="0" presId="urn:microsoft.com/office/officeart/2018/5/layout/IconLeafLabelList"/>
    <dgm:cxn modelId="{065072D7-3502-4E11-B51D-A2C9AD867519}" type="presParOf" srcId="{CFC1A31D-3810-4B0D-B6D9-EE698632544A}" destId="{D445950C-0BF0-41D8-993B-1F7570C190A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2A8E1-F631-4FC4-9A13-285D08303AC3}">
      <dsp:nvSpPr>
        <dsp:cNvPr id="0" name=""/>
        <dsp:cNvSpPr/>
      </dsp:nvSpPr>
      <dsp:spPr>
        <a:xfrm>
          <a:off x="0" y="2479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1943E-9002-4B10-88AB-BFB1CE6DD5D2}">
      <dsp:nvSpPr>
        <dsp:cNvPr id="0" name=""/>
        <dsp:cNvSpPr/>
      </dsp:nvSpPr>
      <dsp:spPr>
        <a:xfrm>
          <a:off x="380084" y="285186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3CF57-A121-48E6-9788-7B01A88521B2}">
      <dsp:nvSpPr>
        <dsp:cNvPr id="0" name=""/>
        <dsp:cNvSpPr/>
      </dsp:nvSpPr>
      <dsp:spPr>
        <a:xfrm>
          <a:off x="1451232" y="2479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Fundamental para cualquier proyecto de Data Science</a:t>
          </a:r>
          <a:endParaRPr lang="en-US" sz="2200" kern="1200" dirty="0"/>
        </a:p>
      </dsp:txBody>
      <dsp:txXfrm>
        <a:off x="1451232" y="2479"/>
        <a:ext cx="5428284" cy="1256478"/>
      </dsp:txXfrm>
    </dsp:sp>
    <dsp:sp modelId="{EA74E9A0-9DBF-4795-BE19-B14054C7C96C}">
      <dsp:nvSpPr>
        <dsp:cNvPr id="0" name=""/>
        <dsp:cNvSpPr/>
      </dsp:nvSpPr>
      <dsp:spPr>
        <a:xfrm>
          <a:off x="0" y="1573076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3AC3C-F8A9-4B3C-B8BA-5AE815149055}">
      <dsp:nvSpPr>
        <dsp:cNvPr id="0" name=""/>
        <dsp:cNvSpPr/>
      </dsp:nvSpPr>
      <dsp:spPr>
        <a:xfrm>
          <a:off x="380084" y="1855784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5975E-0E8D-42E7-AF96-1DDA84ECBF0D}">
      <dsp:nvSpPr>
        <dsp:cNvPr id="0" name=""/>
        <dsp:cNvSpPr/>
      </dsp:nvSpPr>
      <dsp:spPr>
        <a:xfrm>
          <a:off x="1451232" y="1573076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Nos permite identificar estructura de los datos, aspectos distribucionales, valores atípicos</a:t>
          </a:r>
          <a:endParaRPr lang="en-US" sz="2200" kern="1200" dirty="0"/>
        </a:p>
      </dsp:txBody>
      <dsp:txXfrm>
        <a:off x="1451232" y="1573076"/>
        <a:ext cx="5428284" cy="1256478"/>
      </dsp:txXfrm>
    </dsp:sp>
    <dsp:sp modelId="{87434E08-62C2-45EB-85C6-A4022CC7AAF9}">
      <dsp:nvSpPr>
        <dsp:cNvPr id="0" name=""/>
        <dsp:cNvSpPr/>
      </dsp:nvSpPr>
      <dsp:spPr>
        <a:xfrm>
          <a:off x="0" y="3143674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7A301-DB17-4EC4-9BD0-E7112AA99CF3}">
      <dsp:nvSpPr>
        <dsp:cNvPr id="0" name=""/>
        <dsp:cNvSpPr/>
      </dsp:nvSpPr>
      <dsp:spPr>
        <a:xfrm>
          <a:off x="380084" y="3426382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EF028-593F-4DC1-B955-DD9EAFA48C9A}">
      <dsp:nvSpPr>
        <dsp:cNvPr id="0" name=""/>
        <dsp:cNvSpPr/>
      </dsp:nvSpPr>
      <dsp:spPr>
        <a:xfrm>
          <a:off x="1451232" y="3143674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Es necesario para la limpieza y la estandarización de datos</a:t>
          </a:r>
          <a:endParaRPr lang="en-US" sz="2200" kern="1200" dirty="0"/>
        </a:p>
      </dsp:txBody>
      <dsp:txXfrm>
        <a:off x="1451232" y="3143674"/>
        <a:ext cx="5428284" cy="1256478"/>
      </dsp:txXfrm>
    </dsp:sp>
    <dsp:sp modelId="{3C6A3250-D29D-495F-AC3B-0970E7A2E47E}">
      <dsp:nvSpPr>
        <dsp:cNvPr id="0" name=""/>
        <dsp:cNvSpPr/>
      </dsp:nvSpPr>
      <dsp:spPr>
        <a:xfrm>
          <a:off x="0" y="4714272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9489B-B9D9-47FD-8968-A3642B7B1E56}">
      <dsp:nvSpPr>
        <dsp:cNvPr id="0" name=""/>
        <dsp:cNvSpPr/>
      </dsp:nvSpPr>
      <dsp:spPr>
        <a:xfrm>
          <a:off x="380084" y="4996980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34994-1824-48DD-A3CD-3DC3AE9ACC4E}">
      <dsp:nvSpPr>
        <dsp:cNvPr id="0" name=""/>
        <dsp:cNvSpPr/>
      </dsp:nvSpPr>
      <dsp:spPr>
        <a:xfrm>
          <a:off x="1451232" y="4714272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/>
            <a:t>Los datos cuentan historias, nuestra misión es revelarla</a:t>
          </a:r>
          <a:endParaRPr lang="en-US" sz="2200" kern="1200" dirty="0"/>
        </a:p>
      </dsp:txBody>
      <dsp:txXfrm>
        <a:off x="1451232" y="4714272"/>
        <a:ext cx="5428284" cy="1256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0AEC5-D258-4A44-9D0F-A7841270DBA9}">
      <dsp:nvSpPr>
        <dsp:cNvPr id="0" name=""/>
        <dsp:cNvSpPr/>
      </dsp:nvSpPr>
      <dsp:spPr>
        <a:xfrm>
          <a:off x="653324" y="757442"/>
          <a:ext cx="1455293" cy="145529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10CA88-1315-4932-96ED-8328F9566B9B}">
      <dsp:nvSpPr>
        <dsp:cNvPr id="0" name=""/>
        <dsp:cNvSpPr/>
      </dsp:nvSpPr>
      <dsp:spPr>
        <a:xfrm>
          <a:off x="963469" y="1067587"/>
          <a:ext cx="835004" cy="835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8A02D-C75D-415A-ACC4-BCA1704051E7}">
      <dsp:nvSpPr>
        <dsp:cNvPr id="0" name=""/>
        <dsp:cNvSpPr/>
      </dsp:nvSpPr>
      <dsp:spPr>
        <a:xfrm>
          <a:off x="188107" y="2666024"/>
          <a:ext cx="23857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Facilita decisiones de modelado más informadas</a:t>
          </a:r>
          <a:endParaRPr lang="en-US" sz="1500" kern="1200"/>
        </a:p>
      </dsp:txBody>
      <dsp:txXfrm>
        <a:off x="188107" y="2666024"/>
        <a:ext cx="2385726" cy="720000"/>
      </dsp:txXfrm>
    </dsp:sp>
    <dsp:sp modelId="{34B42144-4671-4EB7-B009-B60F4B422A6D}">
      <dsp:nvSpPr>
        <dsp:cNvPr id="0" name=""/>
        <dsp:cNvSpPr/>
      </dsp:nvSpPr>
      <dsp:spPr>
        <a:xfrm>
          <a:off x="3456553" y="757442"/>
          <a:ext cx="1455293" cy="145529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E4CD0-863F-4088-A530-1354DA8646DF}">
      <dsp:nvSpPr>
        <dsp:cNvPr id="0" name=""/>
        <dsp:cNvSpPr/>
      </dsp:nvSpPr>
      <dsp:spPr>
        <a:xfrm>
          <a:off x="3766698" y="1067587"/>
          <a:ext cx="835004" cy="835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781E7-3EAE-410D-B18E-3252FA9E0E51}">
      <dsp:nvSpPr>
        <dsp:cNvPr id="0" name=""/>
        <dsp:cNvSpPr/>
      </dsp:nvSpPr>
      <dsp:spPr>
        <a:xfrm>
          <a:off x="2991337" y="2666024"/>
          <a:ext cx="23857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Mejora la calidad y precisión de los resultados analíticos</a:t>
          </a:r>
          <a:endParaRPr lang="en-US" sz="1500" kern="1200"/>
        </a:p>
      </dsp:txBody>
      <dsp:txXfrm>
        <a:off x="2991337" y="2666024"/>
        <a:ext cx="2385726" cy="720000"/>
      </dsp:txXfrm>
    </dsp:sp>
    <dsp:sp modelId="{FE808AE4-C07F-4097-98CD-771997573070}">
      <dsp:nvSpPr>
        <dsp:cNvPr id="0" name=""/>
        <dsp:cNvSpPr/>
      </dsp:nvSpPr>
      <dsp:spPr>
        <a:xfrm>
          <a:off x="6259782" y="757442"/>
          <a:ext cx="1455293" cy="145529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20C0C-657F-4D5A-A5C5-9A139C318A73}">
      <dsp:nvSpPr>
        <dsp:cNvPr id="0" name=""/>
        <dsp:cNvSpPr/>
      </dsp:nvSpPr>
      <dsp:spPr>
        <a:xfrm>
          <a:off x="6569927" y="1067587"/>
          <a:ext cx="835004" cy="835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6ED97-2282-41BB-B816-D45174542BA6}">
      <dsp:nvSpPr>
        <dsp:cNvPr id="0" name=""/>
        <dsp:cNvSpPr/>
      </dsp:nvSpPr>
      <dsp:spPr>
        <a:xfrm>
          <a:off x="5794566" y="2666024"/>
          <a:ext cx="23857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Reduce costos y tiempo en fases posteriores del análisis</a:t>
          </a:r>
          <a:endParaRPr lang="en-US" sz="1500" kern="1200"/>
        </a:p>
      </dsp:txBody>
      <dsp:txXfrm>
        <a:off x="5794566" y="2666024"/>
        <a:ext cx="2385726" cy="720000"/>
      </dsp:txXfrm>
    </dsp:sp>
    <dsp:sp modelId="{E09F7762-A21E-4983-ADD6-B9173D66CA24}">
      <dsp:nvSpPr>
        <dsp:cNvPr id="0" name=""/>
        <dsp:cNvSpPr/>
      </dsp:nvSpPr>
      <dsp:spPr>
        <a:xfrm>
          <a:off x="9063011" y="757442"/>
          <a:ext cx="1455293" cy="145529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F8959-E94A-489D-B3F1-84D472B54584}">
      <dsp:nvSpPr>
        <dsp:cNvPr id="0" name=""/>
        <dsp:cNvSpPr/>
      </dsp:nvSpPr>
      <dsp:spPr>
        <a:xfrm>
          <a:off x="9373156" y="1067587"/>
          <a:ext cx="835004" cy="8350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5950C-0BF0-41D8-993B-1F7570C190A7}">
      <dsp:nvSpPr>
        <dsp:cNvPr id="0" name=""/>
        <dsp:cNvSpPr/>
      </dsp:nvSpPr>
      <dsp:spPr>
        <a:xfrm>
          <a:off x="8597795" y="2666024"/>
          <a:ext cx="23857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500" kern="1200"/>
            <a:t>Nos permite detectar “cosas raras”</a:t>
          </a:r>
          <a:endParaRPr lang="en-US" sz="1500" kern="1200"/>
        </a:p>
      </dsp:txBody>
      <dsp:txXfrm>
        <a:off x="8597795" y="2666024"/>
        <a:ext cx="238572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1131C-C96E-476F-8510-EE177D0E51D5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CB4DA-2AC2-49AF-9289-59209E9A631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814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CB4DA-2AC2-49AF-9289-59209E9A631A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574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8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2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9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6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5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4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7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1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1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6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D7C1422-835E-1D4E-A636-15A819403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26" y="722903"/>
            <a:ext cx="5415521" cy="2706098"/>
          </a:xfrm>
        </p:spPr>
        <p:txBody>
          <a:bodyPr>
            <a:normAutofit/>
          </a:bodyPr>
          <a:lstStyle/>
          <a:p>
            <a:r>
              <a:rPr lang="es-MX" dirty="0"/>
              <a:t>Exploración de datos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F1904C-2393-B8A0-7773-B459DD0A6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/>
          </a:bodyPr>
          <a:lstStyle/>
          <a:p>
            <a:r>
              <a:rPr lang="es-MX" dirty="0"/>
              <a:t>José Ruiz-Tagle Maturana</a:t>
            </a:r>
            <a:endParaRPr lang="es-C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B167CA-E0DA-7F50-9CE1-D0839CF40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4" r="42554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UDP – Universidad Diego Portales – Universidad Diego Portales">
            <a:extLst>
              <a:ext uri="{FF2B5EF4-FFF2-40B4-BE49-F238E27FC236}">
                <a16:creationId xmlns:a16="http://schemas.microsoft.com/office/drawing/2014/main" id="{9A353406-0234-A124-F692-062BE1B6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37" y="5600522"/>
            <a:ext cx="50863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5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B2794B-F123-6D77-8A2B-1CE159B4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s-MX" dirty="0"/>
              <a:t>¿Qué es el análisis exploratorio de datos (AED)?</a:t>
            </a:r>
            <a:endParaRPr lang="es-CL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CBA2353-0082-2636-4264-09E201D53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556691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101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FE09A-97FF-49B4-7D86-15ABEA9C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32201"/>
            <a:ext cx="10325000" cy="1442463"/>
          </a:xfrm>
        </p:spPr>
        <p:txBody>
          <a:bodyPr/>
          <a:lstStyle/>
          <a:p>
            <a:r>
              <a:rPr lang="es-MX" dirty="0"/>
              <a:t>¿Qué incluye el AED?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2A025-FEDE-F25D-9CE8-274989076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835305"/>
            <a:ext cx="10325000" cy="4498819"/>
          </a:xfrm>
        </p:spPr>
        <p:txBody>
          <a:bodyPr>
            <a:normAutofit/>
          </a:bodyPr>
          <a:lstStyle/>
          <a:p>
            <a:r>
              <a:rPr lang="es-MX" dirty="0"/>
              <a:t>Medidas de tendencia central y dispersión (media, mediana, moda, varianza, desviación estándar).</a:t>
            </a:r>
          </a:p>
          <a:p>
            <a:r>
              <a:rPr lang="es-MX" dirty="0"/>
              <a:t>Gráficos como histogramas, gráficos de caja, diagramas de dispersión y gráficos de barras para visualizar distribuciones y relaciones.</a:t>
            </a:r>
          </a:p>
          <a:p>
            <a:r>
              <a:rPr lang="es-MX" dirty="0"/>
              <a:t>Evaluación de cómo las variables están relacionadas entre sí.</a:t>
            </a:r>
          </a:p>
          <a:p>
            <a:r>
              <a:rPr lang="es-MX" dirty="0"/>
              <a:t>Métodos para detectar y tratar datos faltantes.</a:t>
            </a:r>
          </a:p>
          <a:p>
            <a:r>
              <a:rPr lang="es-MX" dirty="0"/>
              <a:t>Técnicas para identificar y manejar valores extremos o atípicos.</a:t>
            </a:r>
          </a:p>
          <a:p>
            <a:r>
              <a:rPr lang="es-MX" dirty="0"/>
              <a:t>Normalización, estandarización y log-transformación para mejorar la interpretación o el rendimiento del modelo.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0745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A842AE-F893-412B-75F5-9694099A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72" y="755865"/>
            <a:ext cx="10794505" cy="1184210"/>
          </a:xfrm>
        </p:spPr>
        <p:txBody>
          <a:bodyPr>
            <a:normAutofit/>
          </a:bodyPr>
          <a:lstStyle/>
          <a:p>
            <a:pPr algn="ctr"/>
            <a:r>
              <a:rPr lang="es-MX" dirty="0"/>
              <a:t>Importancia del AED en Data Science</a:t>
            </a:r>
            <a:endParaRPr lang="es-CL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C9EA2BB-458D-4A89-DBD5-7C0FA9F5B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714523"/>
              </p:ext>
            </p:extLst>
          </p:nvPr>
        </p:nvGraphicFramePr>
        <p:xfrm>
          <a:off x="629098" y="2225844"/>
          <a:ext cx="11171630" cy="4143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47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E48A2-1B8A-7BEC-BE12-10473B95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14325"/>
            <a:ext cx="10325000" cy="796814"/>
          </a:xfrm>
        </p:spPr>
        <p:txBody>
          <a:bodyPr/>
          <a:lstStyle/>
          <a:p>
            <a:r>
              <a:rPr lang="es-MX" dirty="0"/>
              <a:t>Consecuencias de no hacer AED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66D5C1-7B47-1F7B-3222-E35C856B4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247775"/>
            <a:ext cx="10325000" cy="4656792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Modelos Predictivos Ineficaces</a:t>
            </a:r>
          </a:p>
          <a:p>
            <a:pPr marL="457200" indent="-457200">
              <a:buAutoNum type="arabicParenR"/>
            </a:pPr>
            <a:r>
              <a:rPr lang="es-MX" dirty="0"/>
              <a:t>Sin un AED, los modelos pueden basarse en suposiciones incorrectas sobre la distribución de los datos y las relaciones entre variables.</a:t>
            </a:r>
          </a:p>
          <a:p>
            <a:pPr marL="457200" indent="-457200">
              <a:buAutoNum type="arabicParenR"/>
            </a:pPr>
            <a:r>
              <a:rPr lang="es-MX" dirty="0"/>
              <a:t>Conduce a predicciones erróneas y baja confiabilidad del modelo.</a:t>
            </a:r>
          </a:p>
          <a:p>
            <a:r>
              <a:rPr lang="es-MX" dirty="0"/>
              <a:t>Decisiones Mal Informadas</a:t>
            </a:r>
          </a:p>
          <a:p>
            <a:pPr marL="457200" indent="-457200">
              <a:buAutoNum type="arabicParenR"/>
            </a:pPr>
            <a:r>
              <a:rPr lang="es-MX" dirty="0"/>
              <a:t>Los </a:t>
            </a:r>
            <a:r>
              <a:rPr lang="es-MX" dirty="0" err="1"/>
              <a:t>insights</a:t>
            </a:r>
            <a:r>
              <a:rPr lang="es-MX" dirty="0"/>
              <a:t> derivados de datos no explorados pueden ser engañosos, llevando a decisiones estratégicas pobres.</a:t>
            </a:r>
          </a:p>
          <a:p>
            <a:pPr marL="457200" indent="-457200">
              <a:buAutoNum type="arabicParenR"/>
            </a:pPr>
            <a:r>
              <a:rPr lang="es-MX" dirty="0"/>
              <a:t>Potencial de ignorar variables influyentes o interpretar mal las tendencias.</a:t>
            </a:r>
          </a:p>
          <a:p>
            <a:r>
              <a:rPr lang="es-MX" dirty="0"/>
              <a:t>Riesgos de Calidad de Datos</a:t>
            </a:r>
          </a:p>
          <a:p>
            <a:pPr marL="457200" indent="-457200">
              <a:buAutoNum type="arabicParenR"/>
            </a:pPr>
            <a:r>
              <a:rPr lang="es-MX" dirty="0"/>
              <a:t>Falta de detección de errores, datos atípicos o valores faltantes que podrían afectar adversamente la calidad de cualquier análisis posterior.</a:t>
            </a:r>
          </a:p>
          <a:p>
            <a:pPr marL="457200" indent="-457200">
              <a:buAutoNum type="arabicParenR"/>
            </a:pPr>
            <a:r>
              <a:rPr lang="es-MX" dirty="0"/>
              <a:t>Posibles transgresiones de las expectativas normativas de calidad y precisión en el análisis de datos.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8926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96993-4FC5-7466-9F86-2E314FD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Primeros pasos para explorar una BBDD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94C22C-33DA-5322-AEFF-86F6661DE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Revisar la extensión del archivo</a:t>
            </a:r>
          </a:p>
          <a:p>
            <a:r>
              <a:rPr lang="es-MX" dirty="0"/>
              <a:t>Revisar las dimensiones de la tabla</a:t>
            </a:r>
          </a:p>
          <a:p>
            <a:r>
              <a:rPr lang="es-MX" dirty="0"/>
              <a:t>Revisar que la clase de las columnas corresponda con la naturaleza de la variable</a:t>
            </a:r>
          </a:p>
          <a:p>
            <a:r>
              <a:rPr lang="es-CL" dirty="0"/>
              <a:t>Revisar valores perdidos (NA)</a:t>
            </a:r>
          </a:p>
        </p:txBody>
      </p:sp>
    </p:spTree>
    <p:extLst>
      <p:ext uri="{BB962C8B-B14F-4D97-AF65-F5344CB8AC3E}">
        <p14:creationId xmlns:p14="http://schemas.microsoft.com/office/powerpoint/2010/main" val="5790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06A8D-83D2-3B39-E362-0E8A07EA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la segunda parte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670BF1-ABCB-C0AB-FC13-37191BC5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Importar la base de datos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mineduc_paes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desde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sin descargar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Importar la base de datos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casen_red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desde </a:t>
            </a:r>
            <a:r>
              <a:rPr lang="es-MX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sin descargar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ambas BBDD realizar lo siguiente: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a) Determinar las dimensiones de la base de datos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b) Revisar si la naturaleza de las variables coincide con lo que interpreta R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c) Revisar la cantidad de NA en cada columna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d) Exportar las bases de datos en formato de STATA, comparar el peso del archivo</a:t>
            </a:r>
            <a:endParaRPr lang="es-C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451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7A7170E1-C163-4577-A0CE-588797377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81" y="2882524"/>
            <a:ext cx="12184765" cy="3975477"/>
          </a:xfrm>
          <a:custGeom>
            <a:avLst/>
            <a:gdLst>
              <a:gd name="connsiteX0" fmla="*/ 8942254 w 12188952"/>
              <a:gd name="connsiteY0" fmla="*/ 34 h 3975477"/>
              <a:gd name="connsiteX1" fmla="*/ 11642906 w 12188952"/>
              <a:gd name="connsiteY1" fmla="*/ 225257 h 3975477"/>
              <a:gd name="connsiteX2" fmla="*/ 12188952 w 12188952"/>
              <a:gd name="connsiteY2" fmla="*/ 311174 h 3975477"/>
              <a:gd name="connsiteX3" fmla="*/ 12188952 w 12188952"/>
              <a:gd name="connsiteY3" fmla="*/ 3975477 h 3975477"/>
              <a:gd name="connsiteX4" fmla="*/ 0 w 12188952"/>
              <a:gd name="connsiteY4" fmla="*/ 3975477 h 3975477"/>
              <a:gd name="connsiteX5" fmla="*/ 0 w 12188952"/>
              <a:gd name="connsiteY5" fmla="*/ 1085061 h 3975477"/>
              <a:gd name="connsiteX6" fmla="*/ 552141 w 12188952"/>
              <a:gd name="connsiteY6" fmla="*/ 1079980 h 3975477"/>
              <a:gd name="connsiteX7" fmla="*/ 8942254 w 12188952"/>
              <a:gd name="connsiteY7" fmla="*/ 34 h 397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975477">
                <a:moveTo>
                  <a:pt x="8942254" y="34"/>
                </a:moveTo>
                <a:cubicBezTo>
                  <a:pt x="9695041" y="1709"/>
                  <a:pt x="10568453" y="66687"/>
                  <a:pt x="11642906" y="225257"/>
                </a:cubicBezTo>
                <a:lnTo>
                  <a:pt x="12188952" y="311174"/>
                </a:lnTo>
                <a:lnTo>
                  <a:pt x="12188952" y="3975477"/>
                </a:lnTo>
                <a:lnTo>
                  <a:pt x="0" y="3975477"/>
                </a:lnTo>
                <a:lnTo>
                  <a:pt x="0" y="1085061"/>
                </a:lnTo>
                <a:lnTo>
                  <a:pt x="552141" y="1079980"/>
                </a:lnTo>
                <a:cubicBezTo>
                  <a:pt x="4849952" y="999477"/>
                  <a:pt x="5931106" y="-6667"/>
                  <a:pt x="8942254" y="34"/>
                </a:cubicBez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461811-4686-BAAF-3A8D-7AF08AB3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71" y="858776"/>
            <a:ext cx="9929296" cy="16159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400" dirty="0" err="1"/>
              <a:t>Exploración</a:t>
            </a:r>
            <a:r>
              <a:rPr lang="en-US" sz="5400" dirty="0"/>
              <a:t> de </a:t>
            </a:r>
            <a:r>
              <a:rPr lang="en-US" sz="5400" dirty="0" err="1"/>
              <a:t>datos</a:t>
            </a:r>
            <a:endParaRPr lang="en-US" sz="5400" dirty="0"/>
          </a:p>
        </p:txBody>
      </p:sp>
      <p:pic>
        <p:nvPicPr>
          <p:cNvPr id="4" name="Picture 2" descr="UDP – Universidad Diego Portales – Universidad Diego Portales">
            <a:extLst>
              <a:ext uri="{FF2B5EF4-FFF2-40B4-BE49-F238E27FC236}">
                <a16:creationId xmlns:a16="http://schemas.microsoft.com/office/drawing/2014/main" id="{8C5D5773-518A-F627-DCA7-1347C8C07C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9315" y="4084165"/>
            <a:ext cx="7456583" cy="181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861017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1"/>
      </a:lt2>
      <a:accent1>
        <a:srgbClr val="E729BF"/>
      </a:accent1>
      <a:accent2>
        <a:srgbClr val="AD17D5"/>
      </a:accent2>
      <a:accent3>
        <a:srgbClr val="7029E7"/>
      </a:accent3>
      <a:accent4>
        <a:srgbClr val="2E35D9"/>
      </a:accent4>
      <a:accent5>
        <a:srgbClr val="2980E7"/>
      </a:accent5>
      <a:accent6>
        <a:srgbClr val="17BDD5"/>
      </a:accent6>
      <a:hlink>
        <a:srgbClr val="3F64BF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424</Words>
  <Application>Microsoft Office PowerPoint</Application>
  <PresentationFormat>Panorámica</PresentationFormat>
  <Paragraphs>44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Grandview</vt:lpstr>
      <vt:lpstr>Wingdings</vt:lpstr>
      <vt:lpstr>CosineVTI</vt:lpstr>
      <vt:lpstr>Exploración de datos</vt:lpstr>
      <vt:lpstr>¿Qué es el análisis exploratorio de datos (AED)?</vt:lpstr>
      <vt:lpstr>¿Qué incluye el AED?</vt:lpstr>
      <vt:lpstr>Importancia del AED en Data Science</vt:lpstr>
      <vt:lpstr>Consecuencias de no hacer AED</vt:lpstr>
      <vt:lpstr>Primeros pasos para explorar una BBDD</vt:lpstr>
      <vt:lpstr>Para la segunda parte</vt:lpstr>
      <vt:lpstr>Exploración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antonio ruiz-tagle</dc:creator>
  <cp:lastModifiedBy>José Antonio Ruiz Tagle Maturana</cp:lastModifiedBy>
  <cp:revision>5</cp:revision>
  <dcterms:created xsi:type="dcterms:W3CDTF">2024-09-30T12:12:00Z</dcterms:created>
  <dcterms:modified xsi:type="dcterms:W3CDTF">2026-09-02T00:18:45Z</dcterms:modified>
</cp:coreProperties>
</file>